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" y="-259292"/>
            <a:ext cx="10058400" cy="49401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Teste para processo seletivo.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46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Problema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/>
              <a:t>Um cliente possui diversos tipos de contas que não são gerenciadas: água, energia, taxi, locação de veículos e hospedagem de funcionários. E comumente acarreta problemas como falta de visibilidade dos custos, uso irresponsável dos recursos, multas por atraso no pagamento e muito trabalho para gerar relatórios de rateio dos custos.</a:t>
            </a:r>
          </a:p>
          <a:p>
            <a:r>
              <a:rPr lang="pt-BR" sz="1800" dirty="0"/>
              <a:t>Uma dificuldade é que cada fornecedor envia suas faturas em um formato: XLS, CSV, XML, PDF e JSON. Os layouts dos arquivos também variam de fornecedor para fornecedor.</a:t>
            </a:r>
          </a:p>
          <a:p>
            <a:r>
              <a:rPr lang="pt-BR" sz="1800" dirty="0"/>
              <a:t>Seu trabalho é projetar uma solução para importar os dados de faturamento de cada fornecedor para um software que irá gerar gráficos, relatórios e análises para os usuários.</a:t>
            </a:r>
          </a:p>
          <a:p>
            <a:r>
              <a:rPr lang="pt-BR" sz="1800" dirty="0"/>
              <a:t>É importante que sua solução seja flexível para que seja simples adicionar novos arquivos de novos fornecedores.</a:t>
            </a:r>
          </a:p>
          <a:p>
            <a:r>
              <a:rPr lang="pt-BR" sz="1800" dirty="0"/>
              <a:t>É importante você explicar como sua solução poderá escalar para ao mesmo tempo processar diversos arquivos e performar o suficiente para processar arquivos de até 10GB.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887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 smtClean="0"/>
              <a:t>Implementar uma ferramenta capaz de gerenciar, clientes e suas respectivas contas. Bem como tipo de contas e todos os dados necessários para a geração dos dados.</a:t>
            </a:r>
          </a:p>
          <a:p>
            <a:r>
              <a:rPr lang="pt-BR" sz="1800" dirty="0" smtClean="0"/>
              <a:t>O cliente deve poder fazer o upload do arquivo de contas. </a:t>
            </a:r>
          </a:p>
          <a:p>
            <a:r>
              <a:rPr lang="pt-BR" sz="1800" dirty="0" smtClean="0"/>
              <a:t>Criar um serviço para processar os arquivos salvos pelo sistema em uma pasta pré determinada. </a:t>
            </a:r>
          </a:p>
          <a:p>
            <a:r>
              <a:rPr lang="pt-BR" sz="1800" dirty="0" smtClean="0"/>
              <a:t>A partir deste processamento mostrar uma tela com os dados do arquivo e realizar algo semelhante a um “de-para” onde se seleciona um campo do arquivo e relaciona-se ele a uma palavra chave. Por exemplo, o arquivo mostra um texto chamado “Total” , o sistema deve permitir relacionar este texto a palavra chave “Valor Total” ou qualquer outra palavra chave definida pelo usuário.</a:t>
            </a:r>
          </a:p>
          <a:p>
            <a:r>
              <a:rPr lang="pt-BR" sz="1800" dirty="0" smtClean="0"/>
              <a:t>Com o tempo e a criação de palavras chaves o sistema deve se tornar “inteligente” e assim exigir menos interação do usuário.</a:t>
            </a:r>
          </a:p>
          <a:p>
            <a:endParaRPr lang="pt-BR" sz="1800" dirty="0" smtClean="0"/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57162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Caso de uso (também presente no Github)</a:t>
            </a:r>
            <a:endParaRPr lang="pt-B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5211" y="2057400"/>
            <a:ext cx="468824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7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Diagrama de classes</a:t>
            </a:r>
            <a:endParaRPr lang="pt-B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193183"/>
            <a:ext cx="9872663" cy="376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69271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32</TotalTime>
  <Words>340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Corbel</vt:lpstr>
      <vt:lpstr>Basis</vt:lpstr>
      <vt:lpstr>PowerPoint Presentation</vt:lpstr>
      <vt:lpstr>Problema</vt:lpstr>
      <vt:lpstr>Solução</vt:lpstr>
      <vt:lpstr>Caso de uso (também presente no Github)</vt:lpstr>
      <vt:lpstr>Diagrama de classes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</cp:revision>
  <dcterms:created xsi:type="dcterms:W3CDTF">2021-01-05T22:35:52Z</dcterms:created>
  <dcterms:modified xsi:type="dcterms:W3CDTF">2021-01-05T23:08:43Z</dcterms:modified>
</cp:coreProperties>
</file>